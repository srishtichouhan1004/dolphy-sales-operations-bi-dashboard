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BEA69-0705-3B12-6862-AA0916A80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DD715-22C9-3B5F-9974-936E080BC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98AC6-1913-8D59-E8E5-C23914A6D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64DBA-01E5-4E6D-8648-530D96DA5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F5097-DEFD-B221-8882-E1603E1F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29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0A477-E9F2-39AD-ED44-09C6C6F8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13B2C-749B-9370-EA2B-27A492493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F25FA-A9FC-D913-E6F3-9E8B3906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50E0-5ECC-26FB-A6B4-7CC1822C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5A687-CC5B-5C15-26CE-160C0111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140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FF1CB-DC7C-552B-E649-147C716B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C7E72-5D1E-6500-8765-5DA9E0FDC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89FBE-651E-0BC2-61A0-F460ED3A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1E86E-896C-3125-BC8A-459C2483D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19DEA-2919-F6AC-678F-E827C0DF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45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EC84-397E-1E03-3D2B-E6448C29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035B4-DA46-D63C-6F47-981163851D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71B56-30ED-F623-0E4F-8F00BC25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D1463-2619-0E32-CA65-BA0ED1378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D6F6D-C486-92CD-068B-CDA56942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C5F12-8984-2866-B9D8-47BBA6A4B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44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1A1E-4C4D-42F2-B9AD-C15B8417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8B4EB-2D20-17B4-A708-06621A517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F1C7E-EA0A-6ABC-A3E5-5766537E8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18463-F482-0634-4E89-9F1F481EB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12449-FE5E-4881-ADFB-12A2E329C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D7766-70B6-0675-944B-6AB05A26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9D592-7684-FD98-413B-13437F83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5B6A14-BA23-DB0F-6869-CE8E9F09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61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2FB5-B27F-15CA-1BB4-B72B3572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9C41B-1562-C08E-4D15-084A455CF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09287E-1114-9E4A-7FCD-1A32EE22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CB71B-EAA3-1EDD-94AA-E8407772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90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E1651-1102-1BE8-DF09-8404DEEC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6E4BC-B29C-6565-744C-79CD6285B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C8D9-CF12-B05A-4A57-FC2015D0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0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7B3E-AC1D-546E-3BAF-7522CF1F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097A2-73AF-99FF-1068-D4EA7821E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59315-541B-9357-8183-CA6029E58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892C0-1882-4CBE-4873-06801491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436CF-1FC0-2511-631E-968E8149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1F045-740D-8C09-CE78-28A4723E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650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70C9-4048-0E85-B8C8-CAC589BE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BA178E-727A-D100-DB80-62A9E826C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964FF-567D-340A-EF5B-C17477219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F98B-ACC5-FFEC-7B92-4B5502ED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401CF-68F1-E020-E577-5884DA20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1786E-591E-DD0A-EE3D-6F0CF7AF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2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5334-6B14-597C-AA59-8D6E49BE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D6A1A-A9FA-D54F-98D1-298906FC0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8963F-E2BA-96B2-DDFD-D1AA2703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6D435-C855-D030-AA1C-1DDCCE9F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31A52-9259-76E7-05D6-58FA8280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98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104A6E-A791-6CC7-48D7-807A4D8BB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BD143-F4AB-F259-3164-6E4B89467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663D4-55DA-D192-99B3-BE19095B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AF23C-3857-D137-FC97-7CDF29F1A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E3C3A-C7B4-150D-E89B-7A0B12FA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5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BA88DC-E39C-5647-6AF1-4B721F8D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BF2A1-C751-319B-DE85-68C0E2D09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81090-03E4-514F-BF45-0D1969478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BFD41-CFEF-4D64-AE0A-8921B78BCD5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7E060-9C91-B695-A3A2-F2D6EDB0C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E6C0E-BF86-2CDC-180C-D5B00AC5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963E6-B0C0-4ECF-A26D-377DEDC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69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86EA-031B-4BB7-81FF-06B74F0F0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2AEC5-A00C-AADD-E712-4D5CD39204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E86FE-F7F9-12FA-173E-071F04FE6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228435"/>
            <a:ext cx="12179926" cy="640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4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CB3D2C-A7DF-D929-37A5-11746BD82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" y="228435"/>
            <a:ext cx="12173576" cy="640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90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C08A39-6842-2E11-43AB-893AAE86E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225260"/>
            <a:ext cx="12179926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85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EA464-2724-E923-E924-003C15794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228435"/>
            <a:ext cx="12179926" cy="640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B02088-60C4-70C7-C9C5-3EAB2A57A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234786"/>
            <a:ext cx="121799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0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D94C3C-82DD-BB32-E6EF-F8FC243BB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225260"/>
            <a:ext cx="12179926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383F3A-28A9-7D5B-3F4F-D3254CAAC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" y="244311"/>
            <a:ext cx="12160875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63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7BD6B3-1FD6-3CA6-BF05-8D21A6F57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" y="244311"/>
            <a:ext cx="12160875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04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 chouhan</dc:creator>
  <cp:lastModifiedBy>srishti chouhan</cp:lastModifiedBy>
  <cp:revision>1</cp:revision>
  <dcterms:created xsi:type="dcterms:W3CDTF">2026-07-16T08:04:30Z</dcterms:created>
  <dcterms:modified xsi:type="dcterms:W3CDTF">2026-07-16T08:07:15Z</dcterms:modified>
</cp:coreProperties>
</file>